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72" autoAdjust="0"/>
    <p:restoredTop sz="94660"/>
  </p:normalViewPr>
  <p:slideViewPr>
    <p:cSldViewPr snapToGrid="0">
      <p:cViewPr varScale="1">
        <p:scale>
          <a:sx n="69" d="100"/>
          <a:sy n="69" d="100"/>
        </p:scale>
        <p:origin x="200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views/Capstone_Data_Analyst_Google/Dashboard1?:language=en-US&amp;:sid=&amp;:redirect=auth&amp;:display_count=n&amp;:origin=viz_shar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Bellabeat Data">
            <a:extLst>
              <a:ext uri="{FF2B5EF4-FFF2-40B4-BE49-F238E27FC236}">
                <a16:creationId xmlns:a16="http://schemas.microsoft.com/office/drawing/2014/main" id="{5D852179-C6B9-49EB-B421-EC62408FE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25" y="776287"/>
            <a:ext cx="10420350" cy="53054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F4BEDD-CF27-098A-4580-E6C1325E9584}"/>
              </a:ext>
            </a:extLst>
          </p:cNvPr>
          <p:cNvSpPr txBox="1"/>
          <p:nvPr/>
        </p:nvSpPr>
        <p:spPr>
          <a:xfrm>
            <a:off x="5253134" y="6211669"/>
            <a:ext cx="1685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Dashboard Link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diego fernandez</cp:lastModifiedBy>
  <cp:revision>1</cp:revision>
  <dcterms:created xsi:type="dcterms:W3CDTF">2026-03-10T03:01:14Z</dcterms:created>
  <dcterms:modified xsi:type="dcterms:W3CDTF">2026-03-10T03:08:49Z</dcterms:modified>
</cp:coreProperties>
</file>